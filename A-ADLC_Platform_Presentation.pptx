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A1628"/>
                </a:solidFill>
              </a:defRPr>
            </a:pPr>
            <a:r>
              <a:t>A-ADLC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B8341A"/>
                </a:solidFill>
              </a:defRPr>
            </a:pPr>
            <a:r>
              <a:t>Agentic Automation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Transforming how we build solutions through human-agent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We Stand at an Inflection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For decades, solution delivery has followed the same waterfall pattern: BA analysis → Architect design → Tech Lead decomposition → Developer coding → QA testing.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This sequential, human-bottlenecked model hasn't fundamentally changed in 20 years.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Meanwhile, AI has crossed a threshold: Claude 3.5, GPT-4 can understand business context, generate architecture, write production code, create test suites—all in minutes.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The opportunity: Orchestrate human intelligence with AI agents. Not to replace humans, but to unlock a completely new delivery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A Chance to Unlock Delivery Excellence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What if we could eliminate the biggest waste: context loss at handoffs?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When BA hands off to Architect, 30% nuance is lost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When Architect hands off to Tech Lead, another 20% is misinterpreted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Result: 3-4 rework cycles, scope disputes, post-launch defects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What if we could parallelize instead of serialize?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Today: Each phase waits for prior completion (45+ day critical path)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Tomorrow: Agents work in parallel; humans review in parallel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What if consistency was guaranteed at every touchpoint?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Every requirement traced to design to code to test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Every design decision auditable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Zero surprises at audit time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This is not incremental improvement. This is a new operating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The Core Innovation: Structured Handoffs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Instead of loose handoffs ('here's the requirements'), create structured context bundles agents pass to each other.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Each bundle carries: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The deliverable (requirement, design, code)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Quality assessment (did it meet gates?)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Dependencies (what came before, what comes next)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Context for next agent (key decisions, constraints)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Agents parse these perfectly—zero context loss. Humans stay in control, making judgment calls.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Result: Parallel execution. No rework cycles. Full traceability. Audit-ready artifacts on day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The Five-Agent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📋 BA Agent (2 seconds): Ingests PDD, extracts requirements, identifies gaps. Humans review &amp; approve.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🏗️ Architect Agent (5 minutes): Generates Solution Design. Selects patterns. Validates against policies.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⚙️ Tech Lead Agent (10 minutes): Decomposes into technical components. Creates Technical Design. Assesses risk.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💻 Developer Agent (20 minutes): Writes production code. Generates unit tests (≥85% coverage). Auto-commits to GitHub.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✅ QA Agent (15 minutes): Generates test scenarios. Auto-executes tests. Reports coverage &amp; defects.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All operate with continuous governance gates: compliance checks, security scans, performance baselines.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Three Innovation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1. Agentic Prompting with Enterprise Guardrails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Each agent gets: input + template + security policies + constraints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Result: Consistent, compliant outputs on first generation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2. Structured Handoffs (Zero Context Loss)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JSON bundles with deliverable, quality score, dependencies, next-agent context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Result: No misinterpretation, no guessing, full audit trail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3. Continuous Governance Gates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After each phase: compliance check, security scan, architecture validation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Failures trigger human escalation with clear paths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Result: Audit-ready artifacts, zero surprises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KRA 1: Digital Worker Adoption &amp;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95%+ Agent Task Completion Rate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Can agents autonomously handle 95% of routine work?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Directly measures whether we're reducing human bottlenecks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&lt;2 Hour Human Review SLA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Can humans approve within 2 hours?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If &gt;8 hours, we lose parallelization benefit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8.5+/10 Stakeholder Satisfaction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Do delivery teams trust agent outputs?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Without trust, adoption fails; with trust, 3-5x throughput gains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Digital worker adoption is the leading indicator of transformation success.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KRA 2: Delivery Velocity &amp; Acceleration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Today's Waterfall: 45 days, 120 human hours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PDD (8 hrs) → Gap clarification (24 hrs) → Arch (3 days) → Tech (2 days) → Dev (5 days) → QA (2 days)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With A-ADLC: 8 days, 8 human hours (93% effort reduction)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All phases compressed: 2 sec + 15 min + 5 min + 10 min + 20 min + 15 min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Parallel execution, not sequential bottlenecks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Why It Matters: Faster delivery = earlier cash realization. Competitive advantage in fast-moving markets (FinTech, InsurTech) where 45-day cycles kill deals.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KRA 3: Quality, Consistency &amp;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100% Requirements Traceability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Every requirement linked to design, code, test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Eliminates scope disputes; speeds audits from 6 weeks to 1 week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99%+ Compliance Gates Pass Rate (First Submission)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Zero post-launch surprises; zero regulatory rework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88% Defect Reduction (2-3% → &lt;0.5% escape rate)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Better customer experience, higher NPS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Quality differentiation is durable competitive advantage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KRA 4: Scalability &amp; Strategic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Scale from 500 → 5,000 → 10,000+ concurrent projects by Year 3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Agent Expansion: BA, Arch, TL, Dev, QA today → Add DevOps, Security, Performance, Data Engineering by Year 2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Integration Breadth: GitHub today → Jira, ServiceNow, Confluence, Azure DevOps by EOY 1 → Salesforce, SAP by Year 2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Scalability proves this isn't a one-off project. It's a platform. A strategic differentiator that compounds over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Four-Phase Delivery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PHASE 1 (Weeks 1-6): MVP - BA Agent + Dashboard + Approval Workflow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PHASE 2 (Weeks 7-14): Architect &amp; Tech Lead Agents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PHASE 3 (Weeks 15-24): Developer &amp; QA Agents (End-to-end)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PHASE 4 (Weeks 25-52): Scale to 500+ projects + Enterprise hardening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Board approval (May 20) → Pilot kickoff (May 25) → Demo (July 1) → Production (Sept 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Why Now, Why This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Technology Readiness: Claude 3.5, GPT-4 crossed maturity threshold. Window for first-mover advantage is NOW.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Market Urgency: IBM, Deloitte, EY already investing. Clients actively seeking delivery speed.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Our Unique Advantage: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Built working BA Agent in 4 days (proof we can execute)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Deep delivery expertise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Can embed enterprise context into agents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400">
                <a:solidFill>
                  <a:srgbClr val="0A1628"/>
                </a:solidFill>
              </a:defRPr>
            </a:pPr>
            <a:r>
              <a:t>Have real delivery data to iterate on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Agentic delivery is a new operating model. Accenture can own this space—but only if we move now.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Risk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AI Hallucination: 100% code review + unit tests (≥85%) + SAST gates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Context Loss: Structured JSON handoffs + automated validation + immutable logs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Team Resistance: Reframe as augmentation + skill-based growth + training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Client Skepticism: 5 pilots + transparent metrics + 30-day warranty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Regulatory: Early compliance engagement + audit-ready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3-Wave Rollout to 500+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Wave 1 (Weeks 15-20): 5 pilots - Validate concept, build case studies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Wave 2 (Weeks 21-30): 25 teams, 50 projects - Training, incentives, CoE support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Wave 3 (Weeks 31-52): 100+ teams, 500+ projects - Self-service, verticals, production ops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Success metric: 80%+ adoption by EOY, 90%+ satisfaction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628"/>
                </a:solidFill>
              </a:defRPr>
            </a:pPr>
            <a:r>
              <a:t>What This Means for Accenture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B83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Speed as Weapon: 8-14 day delivery vs 45-60 day competitor norm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Quality as Trust: 99%+ compliance = zero-defect campaigns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Talent as Multiplier: 3-5x throughput, shift to strategy, better retention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IP as Moat: Proprietary prompts, architecture patterns, agentic knowledge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500">
                <a:solidFill>
                  <a:srgbClr val="0A1628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defRPr sz="1600">
                <a:solidFill>
                  <a:srgbClr val="0A1628"/>
                </a:solidFill>
              </a:defRPr>
            </a:pPr>
            <a:r>
              <a:t>A-ADLC is a strategic differentiator that compounds over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A1628"/>
                </a:solidFill>
              </a:defRPr>
            </a:pPr>
            <a:r>
              <a:t>By September 1,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B8341A"/>
                </a:solidFill>
              </a:defRPr>
            </a:pPr>
            <a:r>
              <a:t>A-ADLC will be the system-of-record for all Accenture solution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Will we lead the transformation, or follow our competitors?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