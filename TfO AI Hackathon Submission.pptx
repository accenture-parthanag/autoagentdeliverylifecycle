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</p:sldMasterIdLst>
  <p:notesMasterIdLst>
    <p:notesMasterId r:id="rId6"/>
  </p:notesMasterIdLst>
  <p:sldIdLst>
    <p:sldId id="214684908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00E2"/>
    <a:srgbClr val="460073"/>
    <a:srgbClr val="9B00F7"/>
    <a:srgbClr val="A100FF"/>
    <a:srgbClr val="E6E6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36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, Partha" userId="8504b14a-56b3-4096-9146-47ca9bfb311e" providerId="ADAL" clId="{0124FA79-6D6C-4EEC-B1A4-1F59A6124178}"/>
    <pc:docChg chg="undo custSel modSld">
      <pc:chgData name="Nag, Partha" userId="8504b14a-56b3-4096-9146-47ca9bfb311e" providerId="ADAL" clId="{0124FA79-6D6C-4EEC-B1A4-1F59A6124178}" dt="2026-05-20T11:11:46.244" v="1193" actId="108"/>
      <pc:docMkLst>
        <pc:docMk/>
      </pc:docMkLst>
      <pc:sldChg chg="addSp delSp modSp mod">
        <pc:chgData name="Nag, Partha" userId="8504b14a-56b3-4096-9146-47ca9bfb311e" providerId="ADAL" clId="{0124FA79-6D6C-4EEC-B1A4-1F59A6124178}" dt="2026-05-20T11:11:46.244" v="1193" actId="108"/>
        <pc:sldMkLst>
          <pc:docMk/>
          <pc:sldMk cId="2469434094" sldId="2146849080"/>
        </pc:sldMkLst>
        <pc:spChg chg="add del mod">
          <ac:chgData name="Nag, Partha" userId="8504b14a-56b3-4096-9146-47ca9bfb311e" providerId="ADAL" clId="{0124FA79-6D6C-4EEC-B1A4-1F59A6124178}" dt="2026-05-19T05:54:42.485" v="781" actId="478"/>
          <ac:spMkLst>
            <pc:docMk/>
            <pc:sldMk cId="2469434094" sldId="2146849080"/>
            <ac:spMk id="3" creationId="{F8D10DD2-B857-6404-DE2C-A949BCD4082F}"/>
          </ac:spMkLst>
        </pc:spChg>
        <pc:spChg chg="mod">
          <ac:chgData name="Nag, Partha" userId="8504b14a-56b3-4096-9146-47ca9bfb311e" providerId="ADAL" clId="{0124FA79-6D6C-4EEC-B1A4-1F59A6124178}" dt="2026-05-19T04:11:26.444" v="75" actId="20577"/>
          <ac:spMkLst>
            <pc:docMk/>
            <pc:sldMk cId="2469434094" sldId="2146849080"/>
            <ac:spMk id="5" creationId="{677D9AC7-3902-C444-4CBD-1036A1921886}"/>
          </ac:spMkLst>
        </pc:spChg>
        <pc:spChg chg="mod">
          <ac:chgData name="Nag, Partha" userId="8504b14a-56b3-4096-9146-47ca9bfb311e" providerId="ADAL" clId="{0124FA79-6D6C-4EEC-B1A4-1F59A6124178}" dt="2026-05-20T11:11:36.382" v="1192" actId="2711"/>
          <ac:spMkLst>
            <pc:docMk/>
            <pc:sldMk cId="2469434094" sldId="2146849080"/>
            <ac:spMk id="16" creationId="{A25CC6D2-E773-CC16-3BA0-74844CC004A9}"/>
          </ac:spMkLst>
        </pc:spChg>
        <pc:spChg chg="mod">
          <ac:chgData name="Nag, Partha" userId="8504b14a-56b3-4096-9146-47ca9bfb311e" providerId="ADAL" clId="{0124FA79-6D6C-4EEC-B1A4-1F59A6124178}" dt="2026-05-19T06:07:38.778" v="1179" actId="207"/>
          <ac:spMkLst>
            <pc:docMk/>
            <pc:sldMk cId="2469434094" sldId="2146849080"/>
            <ac:spMk id="18" creationId="{A35097F9-81A3-9C92-381F-4FCFC46E2276}"/>
          </ac:spMkLst>
        </pc:spChg>
        <pc:spChg chg="mod">
          <ac:chgData name="Nag, Partha" userId="8504b14a-56b3-4096-9146-47ca9bfb311e" providerId="ADAL" clId="{0124FA79-6D6C-4EEC-B1A4-1F59A6124178}" dt="2026-05-19T06:06:44.595" v="1175" actId="6549"/>
          <ac:spMkLst>
            <pc:docMk/>
            <pc:sldMk cId="2469434094" sldId="2146849080"/>
            <ac:spMk id="20" creationId="{09FB0869-E622-BAE1-2F89-7C81CA536EAA}"/>
          </ac:spMkLst>
        </pc:spChg>
        <pc:spChg chg="mod">
          <ac:chgData name="Nag, Partha" userId="8504b14a-56b3-4096-9146-47ca9bfb311e" providerId="ADAL" clId="{0124FA79-6D6C-4EEC-B1A4-1F59A6124178}" dt="2026-05-20T11:11:46.244" v="1193" actId="108"/>
          <ac:spMkLst>
            <pc:docMk/>
            <pc:sldMk cId="2469434094" sldId="2146849080"/>
            <ac:spMk id="143" creationId="{B21044F5-6458-824C-FB0F-C916F4ABD98C}"/>
          </ac:spMkLst>
        </pc:spChg>
        <pc:graphicFrameChg chg="add mod">
          <ac:chgData name="Nag, Partha" userId="8504b14a-56b3-4096-9146-47ca9bfb311e" providerId="ADAL" clId="{0124FA79-6D6C-4EEC-B1A4-1F59A6124178}" dt="2026-05-19T05:58:21.731" v="837"/>
          <ac:graphicFrameMkLst>
            <pc:docMk/>
            <pc:sldMk cId="2469434094" sldId="2146849080"/>
            <ac:graphicFrameMk id="6" creationId="{0B865D0D-7E7C-4086-3A01-A96B2D378AB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F44EF-F7E3-4D5E-A0BE-542E6A6FC47E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E077F-9645-4AF1-B8C2-8E109A95AE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57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17372274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 dirty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43750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43E01-DEBC-DCC1-1B7D-C713DAC4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42">
            <a:extLst>
              <a:ext uri="{FF2B5EF4-FFF2-40B4-BE49-F238E27FC236}">
                <a16:creationId xmlns:a16="http://schemas.microsoft.com/office/drawing/2014/main" id="{B21044F5-6458-824C-FB0F-C916F4ABD98C}"/>
              </a:ext>
            </a:extLst>
          </p:cNvPr>
          <p:cNvSpPr/>
          <p:nvPr/>
        </p:nvSpPr>
        <p:spPr>
          <a:xfrm>
            <a:off x="284735" y="1519126"/>
            <a:ext cx="2458465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rPr>
              <a:t>Team members</a:t>
            </a:r>
            <a:endParaRPr kumimoji="0" lang="en-US" sz="2000" b="0" i="0" u="none" strike="noStrike" kern="120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Black" panose="020B0A03030202060203" pitchFamily="34" charset="0"/>
              <a:ea typeface="+mn-ea"/>
              <a:cs typeface="+mn-cs"/>
            </a:endParaRPr>
          </a:p>
          <a:p>
            <a:pPr>
              <a:defRPr/>
            </a:pPr>
            <a:r>
              <a:rPr lang="en-US" sz="1400" b="1" dirty="0">
                <a:solidFill>
                  <a:srgbClr val="8D00E2"/>
                </a:solidFill>
                <a:latin typeface="Graphik Semibold" panose="020B0703030202060203" pitchFamily="34" charset="0"/>
              </a:rPr>
              <a:t>Jayashree Pal</a:t>
            </a:r>
          </a:p>
          <a:p>
            <a:pPr>
              <a:defRPr/>
            </a:pPr>
            <a:r>
              <a:rPr lang="en-US" sz="1400" b="1" dirty="0">
                <a:solidFill>
                  <a:srgbClr val="8D00E2"/>
                </a:solidFill>
                <a:latin typeface="Graphik Semibold" panose="020B0703030202060203" pitchFamily="34" charset="0"/>
              </a:rPr>
              <a:t>Nitin Varshneya</a:t>
            </a:r>
          </a:p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8D00E2"/>
                </a:solidFill>
                <a:latin typeface="Graphik Semibold" panose="020B0703030202060203" pitchFamily="34" charset="0"/>
              </a:rPr>
              <a:t>Parinita Rani</a:t>
            </a:r>
          </a:p>
          <a:p>
            <a: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8D00E2"/>
                </a:solidFill>
                <a:latin typeface="Graphik Semibold" panose="020B0703030202060203" pitchFamily="34" charset="0"/>
              </a:rPr>
              <a:t>Partha Nag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CE5588-21B3-02D2-F1DE-1779F2A71ADE}"/>
              </a:ext>
            </a:extLst>
          </p:cNvPr>
          <p:cNvCxnSpPr>
            <a:cxnSpLocks/>
          </p:cNvCxnSpPr>
          <p:nvPr/>
        </p:nvCxnSpPr>
        <p:spPr>
          <a:xfrm>
            <a:off x="301557" y="3261542"/>
            <a:ext cx="2519464" cy="0"/>
          </a:xfrm>
          <a:prstGeom prst="line">
            <a:avLst/>
          </a:prstGeom>
          <a:ln w="15875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A02E4E-3E26-0985-A886-52F48F4BD64D}"/>
              </a:ext>
            </a:extLst>
          </p:cNvPr>
          <p:cNvCxnSpPr>
            <a:cxnSpLocks/>
          </p:cNvCxnSpPr>
          <p:nvPr/>
        </p:nvCxnSpPr>
        <p:spPr>
          <a:xfrm>
            <a:off x="2821021" y="1604597"/>
            <a:ext cx="0" cy="4951846"/>
          </a:xfrm>
          <a:prstGeom prst="line">
            <a:avLst/>
          </a:prstGeom>
          <a:ln w="15875">
            <a:solidFill>
              <a:schemeClr val="bg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25CC6D2-E773-CC16-3BA0-74844CC004A9}"/>
              </a:ext>
            </a:extLst>
          </p:cNvPr>
          <p:cNvSpPr/>
          <p:nvPr/>
        </p:nvSpPr>
        <p:spPr>
          <a:xfrm>
            <a:off x="284734" y="3405293"/>
            <a:ext cx="245846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rPr>
              <a:t>Theme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rPr>
              <a:t>selected during Registration</a:t>
            </a:r>
            <a:endParaRPr kumimoji="0" lang="en-US" sz="2000" b="0" i="0" u="none" strike="noStrike" kern="120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Black" panose="020B0A03030202060203" pitchFamily="34" charset="0"/>
              <a:ea typeface="+mn-ea"/>
              <a:cs typeface="+mn-cs"/>
            </a:endParaRPr>
          </a:p>
          <a:p>
            <a:pPr lvl="0">
              <a:defRPr/>
            </a:pPr>
            <a:r>
              <a:rPr lang="en-US" sz="1400" b="1" dirty="0">
                <a:solidFill>
                  <a:srgbClr val="8D00E2"/>
                </a:solidFill>
                <a:latin typeface="Graphik Semibold" panose="020B0703030202060203" pitchFamily="34" charset="0"/>
              </a:rPr>
              <a:t>Technology Delivery Lifecycle</a:t>
            </a:r>
            <a:endParaRPr kumimoji="0" lang="en-US" sz="1400" b="1" i="0" u="none" strike="noStrike" kern="1200" cap="none" spc="-50" normalizeH="0" baseline="0" noProof="0" dirty="0">
              <a:ln>
                <a:noFill/>
              </a:ln>
              <a:solidFill>
                <a:srgbClr val="8D00E2"/>
              </a:solidFill>
              <a:effectLst/>
              <a:uLnTx/>
              <a:uFillTx/>
              <a:latin typeface="Graphik Semibold" panose="020B0703030202060203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5097F9-81A3-9C92-381F-4FCFC46E2276}"/>
              </a:ext>
            </a:extLst>
          </p:cNvPr>
          <p:cNvSpPr/>
          <p:nvPr/>
        </p:nvSpPr>
        <p:spPr>
          <a:xfrm>
            <a:off x="3105756" y="1515883"/>
            <a:ext cx="8684165" cy="3429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rPr>
              <a:t>Value Realization</a:t>
            </a:r>
          </a:p>
          <a:p>
            <a:pPr>
              <a:spcBef>
                <a:spcPts val="2500"/>
              </a:spcBef>
            </a:pPr>
            <a:r>
              <a:rPr lang="en-US" sz="1100" b="1" dirty="0">
                <a:solidFill>
                  <a:srgbClr val="7030A0"/>
                </a:solidFill>
              </a:rPr>
              <a:t>Operational Efficiency Gains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7030A0"/>
                </a:solidFill>
              </a:rPr>
              <a:t>Solution platform reduces </a:t>
            </a:r>
            <a:r>
              <a:rPr lang="en-US" sz="1100" b="1" dirty="0">
                <a:solidFill>
                  <a:srgbClr val="8D00E2"/>
                </a:solidFill>
              </a:rPr>
              <a:t>human effort</a:t>
            </a:r>
            <a:r>
              <a:rPr lang="en-US" sz="1100" dirty="0">
                <a:solidFill>
                  <a:srgbClr val="7030A0"/>
                </a:solidFill>
              </a:rPr>
              <a:t> (From 4-week sprints to 2-day UAT delivery) and </a:t>
            </a:r>
            <a:r>
              <a:rPr lang="en-US" sz="1100" b="1" dirty="0">
                <a:solidFill>
                  <a:srgbClr val="8D00E2"/>
                </a:solidFill>
              </a:rPr>
              <a:t>speeds delivery cycles</a:t>
            </a:r>
            <a:r>
              <a:rPr lang="en-US" sz="1100" dirty="0">
                <a:solidFill>
                  <a:srgbClr val="7030A0"/>
                </a:solidFill>
              </a:rPr>
              <a:t>, improving productivity significantly.</a:t>
            </a:r>
          </a:p>
          <a:p>
            <a:pPr marL="0" lvl="1">
              <a:buFont typeface="Arial" panose="020B0604020202020204" pitchFamily="34" charset="0"/>
              <a:buNone/>
            </a:pPr>
            <a:endParaRPr lang="en-US" sz="1100" b="1" dirty="0">
              <a:solidFill>
                <a:srgbClr val="7030A0"/>
              </a:solidFill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rgbClr val="7030A0"/>
                </a:solidFill>
              </a:rPr>
              <a:t>Revenue and Business Impact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7030A0"/>
                </a:solidFill>
              </a:rPr>
              <a:t>Accelerates </a:t>
            </a:r>
            <a:r>
              <a:rPr lang="en-US" sz="1100" b="1" dirty="0">
                <a:solidFill>
                  <a:srgbClr val="8D00E2"/>
                </a:solidFill>
              </a:rPr>
              <a:t>time-to-market</a:t>
            </a:r>
            <a:r>
              <a:rPr lang="en-US" sz="1100" dirty="0">
                <a:solidFill>
                  <a:srgbClr val="7030A0"/>
                </a:solidFill>
              </a:rPr>
              <a:t>, increases </a:t>
            </a:r>
            <a:r>
              <a:rPr lang="en-US" sz="1100" b="1" dirty="0">
                <a:solidFill>
                  <a:srgbClr val="8D00E2"/>
                </a:solidFill>
              </a:rPr>
              <a:t>project capacity</a:t>
            </a:r>
            <a:r>
              <a:rPr lang="en-US" sz="1100" dirty="0">
                <a:solidFill>
                  <a:srgbClr val="7030A0"/>
                </a:solidFill>
              </a:rPr>
              <a:t>, and reduces </a:t>
            </a:r>
            <a:r>
              <a:rPr lang="en-US" sz="1100" b="1" dirty="0">
                <a:solidFill>
                  <a:srgbClr val="8D00E2"/>
                </a:solidFill>
              </a:rPr>
              <a:t>delivery costs</a:t>
            </a:r>
            <a:r>
              <a:rPr lang="en-US" sz="1100" dirty="0">
                <a:solidFill>
                  <a:srgbClr val="7030A0"/>
                </a:solidFill>
              </a:rPr>
              <a:t>, boosting margins and competitiveness.</a:t>
            </a:r>
          </a:p>
          <a:p>
            <a:pPr marL="0" lvl="1">
              <a:buFont typeface="Arial" panose="020B0604020202020204" pitchFamily="34" charset="0"/>
              <a:buNone/>
            </a:pPr>
            <a:endParaRPr lang="en-US" sz="1100" b="1" dirty="0">
              <a:solidFill>
                <a:srgbClr val="7030A0"/>
              </a:solidFill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rgbClr val="7030A0"/>
                </a:solidFill>
              </a:rPr>
              <a:t>Quality, Risk, and Compliance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7030A0"/>
                </a:solidFill>
              </a:rPr>
              <a:t>Ensures over 99% </a:t>
            </a:r>
            <a:r>
              <a:rPr lang="en-US" sz="1100" b="1" dirty="0">
                <a:solidFill>
                  <a:srgbClr val="8D00E2"/>
                </a:solidFill>
              </a:rPr>
              <a:t>compliance</a:t>
            </a:r>
            <a:r>
              <a:rPr lang="en-US" sz="1100" dirty="0">
                <a:solidFill>
                  <a:srgbClr val="7030A0"/>
                </a:solidFill>
              </a:rPr>
              <a:t> and up to 88% </a:t>
            </a:r>
            <a:r>
              <a:rPr lang="en-US" sz="1100" b="1" dirty="0">
                <a:solidFill>
                  <a:srgbClr val="8D00E2"/>
                </a:solidFill>
              </a:rPr>
              <a:t>defect reduction</a:t>
            </a:r>
            <a:r>
              <a:rPr lang="en-US" sz="1100" dirty="0">
                <a:solidFill>
                  <a:srgbClr val="7030A0"/>
                </a:solidFill>
              </a:rPr>
              <a:t>, with full </a:t>
            </a:r>
            <a:r>
              <a:rPr lang="en-US" sz="1100" b="1" dirty="0">
                <a:solidFill>
                  <a:srgbClr val="8D00E2"/>
                </a:solidFill>
              </a:rPr>
              <a:t>traceability</a:t>
            </a:r>
            <a:r>
              <a:rPr lang="en-US" sz="1100" dirty="0">
                <a:solidFill>
                  <a:srgbClr val="7030A0"/>
                </a:solidFill>
              </a:rPr>
              <a:t> and rapid </a:t>
            </a:r>
            <a:r>
              <a:rPr lang="en-US" sz="1100" b="1" dirty="0">
                <a:solidFill>
                  <a:srgbClr val="8D00E2"/>
                </a:solidFill>
              </a:rPr>
              <a:t>audit readiness</a:t>
            </a:r>
            <a:r>
              <a:rPr lang="en-US" sz="1100" dirty="0">
                <a:solidFill>
                  <a:srgbClr val="7030A0"/>
                </a:solidFill>
              </a:rPr>
              <a:t>.</a:t>
            </a:r>
          </a:p>
          <a:p>
            <a:pPr marL="0" lvl="1">
              <a:buFont typeface="Arial" panose="020B0604020202020204" pitchFamily="34" charset="0"/>
              <a:buNone/>
            </a:pPr>
            <a:endParaRPr lang="en-US" sz="1100" b="1" dirty="0">
              <a:solidFill>
                <a:srgbClr val="7030A0"/>
              </a:solidFill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rgbClr val="7030A0"/>
                </a:solidFill>
              </a:rPr>
              <a:t>Strategic Scalability and Workforce Transformation</a:t>
            </a:r>
          </a:p>
          <a:p>
            <a:pPr marL="0" lvl="1">
              <a:buFont typeface="Arial" panose="020B0604020202020204" pitchFamily="34" charset="0"/>
              <a:buNone/>
            </a:pPr>
            <a:r>
              <a:rPr lang="en-US" sz="1100" dirty="0">
                <a:solidFill>
                  <a:srgbClr val="7030A0"/>
                </a:solidFill>
              </a:rPr>
              <a:t>Scales to 10,000+ projects, shifts workforce </a:t>
            </a:r>
            <a:r>
              <a:rPr lang="en-US" sz="1100" b="1" dirty="0">
                <a:solidFill>
                  <a:srgbClr val="8D00E2"/>
                </a:solidFill>
              </a:rPr>
              <a:t>focus to strategic innovation</a:t>
            </a:r>
            <a:r>
              <a:rPr lang="en-US" sz="1100" dirty="0">
                <a:solidFill>
                  <a:srgbClr val="7030A0"/>
                </a:solidFill>
              </a:rPr>
              <a:t> roles.</a:t>
            </a:r>
          </a:p>
          <a:p>
            <a:pPr marL="0" lvl="1">
              <a:buFont typeface="Arial" panose="020B0604020202020204" pitchFamily="34" charset="0"/>
              <a:buNone/>
            </a:pPr>
            <a:endParaRPr lang="en-US" sz="1100" dirty="0">
              <a:solidFill>
                <a:srgbClr val="7030A0"/>
              </a:solidFill>
            </a:endParaRPr>
          </a:p>
          <a:p>
            <a:pPr marL="0" lvl="1">
              <a:buFont typeface="Arial" panose="020B0604020202020204" pitchFamily="34" charset="0"/>
              <a:buNone/>
            </a:pPr>
            <a:r>
              <a:rPr lang="en-US" sz="1100" b="1" dirty="0">
                <a:solidFill>
                  <a:srgbClr val="7030A0"/>
                </a:solidFill>
              </a:rPr>
              <a:t>Eliminates Context Loss Across Delivery Lifecycle</a:t>
            </a:r>
          </a:p>
          <a:p>
            <a:pPr marL="0" lvl="1"/>
            <a:r>
              <a:rPr lang="en-US" sz="1100" dirty="0">
                <a:solidFill>
                  <a:srgbClr val="7030A0"/>
                </a:solidFill>
              </a:rPr>
              <a:t>Traditional handoffs result in 30–50% </a:t>
            </a:r>
            <a:r>
              <a:rPr lang="en-US" sz="1100" b="1" dirty="0">
                <a:solidFill>
                  <a:srgbClr val="8D00E2"/>
                </a:solidFill>
              </a:rPr>
              <a:t>context loss</a:t>
            </a:r>
            <a:r>
              <a:rPr lang="en-US" sz="1100" dirty="0">
                <a:solidFill>
                  <a:srgbClr val="7030A0"/>
                </a:solidFill>
              </a:rPr>
              <a:t>, leading to delays, rework, and UAT defects. This solution ensures structured, continuous context flow, enabling faster delivery and higher accuracy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FB0869-E622-BAE1-2F89-7C81CA536EAA}"/>
              </a:ext>
            </a:extLst>
          </p:cNvPr>
          <p:cNvSpPr/>
          <p:nvPr/>
        </p:nvSpPr>
        <p:spPr>
          <a:xfrm>
            <a:off x="3105755" y="5417670"/>
            <a:ext cx="8684165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Black" panose="020B0A03030202060203" pitchFamily="34" charset="0"/>
                <a:ea typeface="+mn-ea"/>
                <a:cs typeface="+mn-cs"/>
              </a:rPr>
              <a:t>AI tools used</a:t>
            </a:r>
            <a:endParaRPr kumimoji="0" lang="en-US" sz="2000" b="0" i="0" u="none" strike="noStrike" kern="1200" cap="none" spc="-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Claude Code (proxy for LLM API / a wrapper for Claude LLM)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Claude Code (for Solution Development)</a:t>
            </a:r>
            <a:endParaRPr lang="en-US" sz="1100" dirty="0">
              <a:solidFill>
                <a:srgbClr val="7030A0"/>
              </a:solidFill>
              <a:latin typeface="Graphik" panose="020B0503030202060203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Kiro (for Solution Development)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7E8499-AD5C-D4C3-1E4A-A973ED402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34334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77D9AC7-3902-C444-4CBD-1036A1921886}"/>
              </a:ext>
            </a:extLst>
          </p:cNvPr>
          <p:cNvSpPr/>
          <p:nvPr/>
        </p:nvSpPr>
        <p:spPr>
          <a:xfrm>
            <a:off x="431302" y="574996"/>
            <a:ext cx="96165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-50" normalizeH="0" baseline="0" noProof="0" dirty="0">
                <a:ln>
                  <a:noFill/>
                </a:ln>
                <a:gradFill>
                  <a:gsLst>
                    <a:gs pos="0">
                      <a:srgbClr val="FF50A0"/>
                    </a:gs>
                    <a:gs pos="74000">
                      <a:srgbClr val="7500C0"/>
                    </a:gs>
                  </a:gsLst>
                  <a:lin ang="0" scaled="1"/>
                </a:gradFill>
                <a:effectLst/>
                <a:uLnTx/>
                <a:uFillTx/>
                <a:latin typeface="Graphik Semibold" panose="020B0703030202060203" pitchFamily="34" charset="0"/>
                <a:ea typeface="+mn-ea"/>
                <a:cs typeface="+mn-cs"/>
              </a:rPr>
              <a:t>&lt;Byte-Me-AI/&gt;</a:t>
            </a:r>
          </a:p>
        </p:txBody>
      </p:sp>
    </p:spTree>
    <p:extLst>
      <p:ext uri="{BB962C8B-B14F-4D97-AF65-F5344CB8AC3E}">
        <p14:creationId xmlns:p14="http://schemas.microsoft.com/office/powerpoint/2010/main" val="246943409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37E52B1895944BAEA433D91E8D26CC" ma:contentTypeVersion="14" ma:contentTypeDescription="Create a new document." ma:contentTypeScope="" ma:versionID="cc6e3e28e6a68a92bcc15bf386ae4880">
  <xsd:schema xmlns:xsd="http://www.w3.org/2001/XMLSchema" xmlns:xs="http://www.w3.org/2001/XMLSchema" xmlns:p="http://schemas.microsoft.com/office/2006/metadata/properties" xmlns:ns2="991fbf6e-7d13-402a-8e9c-c0e397c60b08" xmlns:ns3="370f43bc-9e5b-4aa8-881f-72a7f84ec48d" targetNamespace="http://schemas.microsoft.com/office/2006/metadata/properties" ma:root="true" ma:fieldsID="440f36ec18b83c603660b3b5e87dce96" ns2:_="" ns3:_="">
    <xsd:import namespace="991fbf6e-7d13-402a-8e9c-c0e397c60b08"/>
    <xsd:import namespace="370f43bc-9e5b-4aa8-881f-72a7f84ec4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1fbf6e-7d13-402a-8e9c-c0e397c60b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0f43bc-9e5b-4aa8-881f-72a7f84ec48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df85433d-91e0-4ae0-997c-ff3cf68d9d4c}" ma:internalName="TaxCatchAll" ma:showField="CatchAllData" ma:web="370f43bc-9e5b-4aa8-881f-72a7f84ec4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70f43bc-9e5b-4aa8-881f-72a7f84ec48d" xsi:nil="true"/>
    <lcf76f155ced4ddcb4097134ff3c332f xmlns="991fbf6e-7d13-402a-8e9c-c0e397c60b0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2B04191-9740-47EF-A9DC-F1EB3E4E2E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D65EFB-D811-4ABC-AFF2-5220112827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1fbf6e-7d13-402a-8e9c-c0e397c60b08"/>
    <ds:schemaRef ds:uri="370f43bc-9e5b-4aa8-881f-72a7f84ec4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E8AB6C-B2A6-47C9-A1FD-825ABCBE893C}">
  <ds:schemaRefs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370f43bc-9e5b-4aa8-881f-72a7f84ec48d"/>
    <ds:schemaRef ds:uri="991fbf6e-7d13-402a-8e9c-c0e397c60b08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TfO User Persona</Template>
  <TotalTime>535</TotalTime>
  <Words>185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Graphik</vt:lpstr>
      <vt:lpstr>Graphik Black</vt:lpstr>
      <vt:lpstr>Graphik Regular</vt:lpstr>
      <vt:lpstr>Graphik Semibold</vt:lpstr>
      <vt:lpstr>Graphik-Semibold</vt:lpstr>
      <vt:lpstr>System Font</vt:lpstr>
      <vt:lpstr>Accenture 2025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Cano, Reginald King F.</dc:creator>
  <cp:lastModifiedBy>Nag, Partha</cp:lastModifiedBy>
  <cp:revision>9</cp:revision>
  <dcterms:created xsi:type="dcterms:W3CDTF">2021-04-21T08:44:52Z</dcterms:created>
  <dcterms:modified xsi:type="dcterms:W3CDTF">2026-05-20T11:11:57Z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0x0101002937E52B1895944BAEA433D91E8D26CC</vt:lpwstr>
  </property>
  <property fmtid="{D5CDD505-2E9C-101B-9397-08002B2CF9AE}" pid="3" name="MediaServiceImageTags">
    <vt:lpwstr/>
  </property>
</Properties>
</file>